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e18ff45eff8c8507e5a52c0c18b79cfe8f84a741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Plot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2023-08-02T12:27:46Z</dcterms:modified>
  <cp:category/>
</cp:coreProperties>
</file>