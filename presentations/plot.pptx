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50f7c5a82a8cc1741226144b4ae025c2119682b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Plot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2023-07-31T09:04:12Z</dcterms:modified>
  <cp:category/>
</cp:coreProperties>
</file>