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image" Target="../media/6e876c588753ccc4f0bbf9ec24fcf85500df217c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Plot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2023-04-08T20:40:05Z</dcterms:modified>
  <cp:category/>
</cp:coreProperties>
</file>