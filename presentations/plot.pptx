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f715dd4495f73308e3e9a06872492539c3551bf9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2023-08-01T22:12:59Z</dcterms:modified>
  <cp:category/>
</cp:coreProperties>
</file>