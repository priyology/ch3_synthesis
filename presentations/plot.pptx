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Relationship Id="rId2" Type="http://schemas.openxmlformats.org/officeDocument/2006/relationships/image" Target="../media/2908b47dc6e38949907ee3cc34b3d39e543fb640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Plot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2023-08-20T16:15:05Z</dcterms:modified>
  <cp:category/>
</cp:coreProperties>
</file>