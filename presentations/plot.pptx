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3ee0486a2ca1e48c345484f85f537354900590f6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2023-08-05T18:59:02Z</dcterms:modified>
  <cp:category/>
</cp:coreProperties>
</file>