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Relationship Id="rId2" Type="http://schemas.openxmlformats.org/officeDocument/2006/relationships/image" Target="../media/3ed75bca4cf3a706630e66e1f2701c738074461c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Plot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2023-07-14T23:11:09Z</dcterms:modified>
  <cp:category/>
</cp:coreProperties>
</file>