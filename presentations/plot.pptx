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6b3a569992001d7a3e6f24a9c0450016c9910b8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2023-07-14T20:34:04Z</dcterms:modified>
  <cp:category/>
</cp:coreProperties>
</file>