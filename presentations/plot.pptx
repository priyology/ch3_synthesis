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6e7e62611025ab11e8e1f4d0bc2f70093af6083e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2023-08-01T16:14:59Z</dcterms:modified>
  <cp:category/>
</cp:coreProperties>
</file>